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11430000" cx="1828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600">
          <p15:clr>
            <a:srgbClr val="A4A3A4"/>
          </p15:clr>
        </p15:guide>
        <p15:guide id="2" pos="57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600" orient="horz"/>
        <p:guide pos="57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686104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686104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623417" y="1654611"/>
            <a:ext cx="17041200" cy="4561200"/>
          </a:xfrm>
          <a:prstGeom prst="rect">
            <a:avLst/>
          </a:prstGeom>
        </p:spPr>
        <p:txBody>
          <a:bodyPr anchorCtr="0" anchor="b" bIns="189625" lIns="189625" spcFirstLastPara="1" rIns="189625" wrap="square" tIns="1896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800"/>
              <a:buNone/>
              <a:defRPr sz="10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800"/>
              <a:buNone/>
              <a:defRPr sz="10800"/>
            </a:lvl2pPr>
            <a:lvl3pPr lvl="2" algn="ctr">
              <a:spcBef>
                <a:spcPts val="0"/>
              </a:spcBef>
              <a:spcAft>
                <a:spcPts val="0"/>
              </a:spcAft>
              <a:buSzPts val="10800"/>
              <a:buNone/>
              <a:defRPr sz="10800"/>
            </a:lvl3pPr>
            <a:lvl4pPr lvl="3" algn="ctr">
              <a:spcBef>
                <a:spcPts val="0"/>
              </a:spcBef>
              <a:spcAft>
                <a:spcPts val="0"/>
              </a:spcAft>
              <a:buSzPts val="10800"/>
              <a:buNone/>
              <a:defRPr sz="10800"/>
            </a:lvl4pPr>
            <a:lvl5pPr lvl="4" algn="ctr">
              <a:spcBef>
                <a:spcPts val="0"/>
              </a:spcBef>
              <a:spcAft>
                <a:spcPts val="0"/>
              </a:spcAft>
              <a:buSzPts val="10800"/>
              <a:buNone/>
              <a:defRPr sz="10800"/>
            </a:lvl5pPr>
            <a:lvl6pPr lvl="5" algn="ctr">
              <a:spcBef>
                <a:spcPts val="0"/>
              </a:spcBef>
              <a:spcAft>
                <a:spcPts val="0"/>
              </a:spcAft>
              <a:buSzPts val="10800"/>
              <a:buNone/>
              <a:defRPr sz="10800"/>
            </a:lvl6pPr>
            <a:lvl7pPr lvl="6" algn="ctr">
              <a:spcBef>
                <a:spcPts val="0"/>
              </a:spcBef>
              <a:spcAft>
                <a:spcPts val="0"/>
              </a:spcAft>
              <a:buSzPts val="10800"/>
              <a:buNone/>
              <a:defRPr sz="10800"/>
            </a:lvl7pPr>
            <a:lvl8pPr lvl="7" algn="ctr">
              <a:spcBef>
                <a:spcPts val="0"/>
              </a:spcBef>
              <a:spcAft>
                <a:spcPts val="0"/>
              </a:spcAft>
              <a:buSzPts val="10800"/>
              <a:buNone/>
              <a:defRPr sz="10800"/>
            </a:lvl8pPr>
            <a:lvl9pPr lvl="8" algn="ctr">
              <a:spcBef>
                <a:spcPts val="0"/>
              </a:spcBef>
              <a:spcAft>
                <a:spcPts val="0"/>
              </a:spcAft>
              <a:buSzPts val="10800"/>
              <a:buNone/>
              <a:defRPr sz="108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623400" y="6298056"/>
            <a:ext cx="17041200" cy="1761300"/>
          </a:xfrm>
          <a:prstGeom prst="rect">
            <a:avLst/>
          </a:prstGeom>
        </p:spPr>
        <p:txBody>
          <a:bodyPr anchorCtr="0" anchor="t" bIns="189625" lIns="189625" spcFirstLastPara="1" rIns="189625" wrap="square" tIns="1896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800"/>
              <a:buNone/>
              <a:defRPr sz="5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800"/>
              <a:buNone/>
              <a:defRPr sz="5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800"/>
              <a:buNone/>
              <a:defRPr sz="5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800"/>
              <a:buNone/>
              <a:defRPr sz="5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800"/>
              <a:buNone/>
              <a:defRPr sz="5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800"/>
              <a:buNone/>
              <a:defRPr sz="5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800"/>
              <a:buNone/>
              <a:defRPr sz="5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800"/>
              <a:buNone/>
              <a:defRPr sz="5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800"/>
              <a:buNone/>
              <a:defRPr sz="5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16944916" y="10362704"/>
            <a:ext cx="1097400" cy="874800"/>
          </a:xfrm>
          <a:prstGeom prst="rect">
            <a:avLst/>
          </a:prstGeom>
        </p:spPr>
        <p:txBody>
          <a:bodyPr anchorCtr="0" anchor="ctr" bIns="189625" lIns="189625" spcFirstLastPara="1" rIns="189625" wrap="square" tIns="1896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623400" y="4779667"/>
            <a:ext cx="17041200" cy="1870800"/>
          </a:xfrm>
          <a:prstGeom prst="rect">
            <a:avLst/>
          </a:prstGeom>
        </p:spPr>
        <p:txBody>
          <a:bodyPr anchorCtr="0" anchor="ctr" bIns="189625" lIns="189625" spcFirstLastPara="1" rIns="189625" wrap="square" tIns="1896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500"/>
              <a:buNone/>
              <a:defRPr sz="7500"/>
            </a:lvl1pPr>
            <a:lvl2pPr lvl="1" algn="ctr">
              <a:spcBef>
                <a:spcPts val="0"/>
              </a:spcBef>
              <a:spcAft>
                <a:spcPts val="0"/>
              </a:spcAft>
              <a:buSzPts val="7500"/>
              <a:buNone/>
              <a:defRPr sz="7500"/>
            </a:lvl2pPr>
            <a:lvl3pPr lvl="2" algn="ctr">
              <a:spcBef>
                <a:spcPts val="0"/>
              </a:spcBef>
              <a:spcAft>
                <a:spcPts val="0"/>
              </a:spcAft>
              <a:buSzPts val="7500"/>
              <a:buNone/>
              <a:defRPr sz="7500"/>
            </a:lvl3pPr>
            <a:lvl4pPr lvl="3" algn="ctr">
              <a:spcBef>
                <a:spcPts val="0"/>
              </a:spcBef>
              <a:spcAft>
                <a:spcPts val="0"/>
              </a:spcAft>
              <a:buSzPts val="7500"/>
              <a:buNone/>
              <a:defRPr sz="7500"/>
            </a:lvl4pPr>
            <a:lvl5pPr lvl="4" algn="ctr">
              <a:spcBef>
                <a:spcPts val="0"/>
              </a:spcBef>
              <a:spcAft>
                <a:spcPts val="0"/>
              </a:spcAft>
              <a:buSzPts val="7500"/>
              <a:buNone/>
              <a:defRPr sz="7500"/>
            </a:lvl5pPr>
            <a:lvl6pPr lvl="5" algn="ctr">
              <a:spcBef>
                <a:spcPts val="0"/>
              </a:spcBef>
              <a:spcAft>
                <a:spcPts val="0"/>
              </a:spcAft>
              <a:buSzPts val="7500"/>
              <a:buNone/>
              <a:defRPr sz="7500"/>
            </a:lvl6pPr>
            <a:lvl7pPr lvl="6" algn="ctr">
              <a:spcBef>
                <a:spcPts val="0"/>
              </a:spcBef>
              <a:spcAft>
                <a:spcPts val="0"/>
              </a:spcAft>
              <a:buSzPts val="7500"/>
              <a:buNone/>
              <a:defRPr sz="7500"/>
            </a:lvl7pPr>
            <a:lvl8pPr lvl="7" algn="ctr">
              <a:spcBef>
                <a:spcPts val="0"/>
              </a:spcBef>
              <a:spcAft>
                <a:spcPts val="0"/>
              </a:spcAft>
              <a:buSzPts val="7500"/>
              <a:buNone/>
              <a:defRPr sz="7500"/>
            </a:lvl8pPr>
            <a:lvl9pPr lvl="8" algn="ctr">
              <a:spcBef>
                <a:spcPts val="0"/>
              </a:spcBef>
              <a:spcAft>
                <a:spcPts val="0"/>
              </a:spcAft>
              <a:buSzPts val="7500"/>
              <a:buNone/>
              <a:defRPr sz="75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16944916" y="10362704"/>
            <a:ext cx="1097400" cy="874800"/>
          </a:xfrm>
          <a:prstGeom prst="rect">
            <a:avLst/>
          </a:prstGeom>
        </p:spPr>
        <p:txBody>
          <a:bodyPr anchorCtr="0" anchor="ctr" bIns="189625" lIns="189625" spcFirstLastPara="1" rIns="189625" wrap="square" tIns="1896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623400" y="988944"/>
            <a:ext cx="17041200" cy="1272600"/>
          </a:xfrm>
          <a:prstGeom prst="rect">
            <a:avLst/>
          </a:prstGeom>
        </p:spPr>
        <p:txBody>
          <a:bodyPr anchorCtr="0" anchor="t" bIns="189625" lIns="189625" spcFirstLastPara="1" rIns="189625" wrap="square" tIns="1896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623400" y="2561056"/>
            <a:ext cx="17041200" cy="7592100"/>
          </a:xfrm>
          <a:prstGeom prst="rect">
            <a:avLst/>
          </a:prstGeom>
        </p:spPr>
        <p:txBody>
          <a:bodyPr anchorCtr="0" anchor="t" bIns="189625" lIns="189625" spcFirstLastPara="1" rIns="189625" wrap="square" tIns="189625">
            <a:noAutofit/>
          </a:bodyPr>
          <a:lstStyle>
            <a:lvl1pPr indent="-463550" lvl="0" marL="457200">
              <a:spcBef>
                <a:spcPts val="0"/>
              </a:spcBef>
              <a:spcAft>
                <a:spcPts val="0"/>
              </a:spcAft>
              <a:buSzPts val="3700"/>
              <a:buChar char="●"/>
              <a:defRPr/>
            </a:lvl1pPr>
            <a:lvl2pPr indent="-412750" lvl="1" marL="914400">
              <a:spcBef>
                <a:spcPts val="3300"/>
              </a:spcBef>
              <a:spcAft>
                <a:spcPts val="0"/>
              </a:spcAft>
              <a:buSzPts val="2900"/>
              <a:buChar char="○"/>
              <a:defRPr/>
            </a:lvl2pPr>
            <a:lvl3pPr indent="-412750" lvl="2" marL="1371600">
              <a:spcBef>
                <a:spcPts val="3300"/>
              </a:spcBef>
              <a:spcAft>
                <a:spcPts val="0"/>
              </a:spcAft>
              <a:buSzPts val="2900"/>
              <a:buChar char="■"/>
              <a:defRPr/>
            </a:lvl3pPr>
            <a:lvl4pPr indent="-412750" lvl="3" marL="1828800">
              <a:spcBef>
                <a:spcPts val="3300"/>
              </a:spcBef>
              <a:spcAft>
                <a:spcPts val="0"/>
              </a:spcAft>
              <a:buSzPts val="2900"/>
              <a:buChar char="●"/>
              <a:defRPr/>
            </a:lvl4pPr>
            <a:lvl5pPr indent="-412750" lvl="4" marL="2286000">
              <a:spcBef>
                <a:spcPts val="3300"/>
              </a:spcBef>
              <a:spcAft>
                <a:spcPts val="0"/>
              </a:spcAft>
              <a:buSzPts val="2900"/>
              <a:buChar char="○"/>
              <a:defRPr/>
            </a:lvl5pPr>
            <a:lvl6pPr indent="-412750" lvl="5" marL="2743200">
              <a:spcBef>
                <a:spcPts val="3300"/>
              </a:spcBef>
              <a:spcAft>
                <a:spcPts val="0"/>
              </a:spcAft>
              <a:buSzPts val="2900"/>
              <a:buChar char="■"/>
              <a:defRPr/>
            </a:lvl6pPr>
            <a:lvl7pPr indent="-412750" lvl="6" marL="3200400">
              <a:spcBef>
                <a:spcPts val="3300"/>
              </a:spcBef>
              <a:spcAft>
                <a:spcPts val="0"/>
              </a:spcAft>
              <a:buSzPts val="2900"/>
              <a:buChar char="●"/>
              <a:defRPr/>
            </a:lvl7pPr>
            <a:lvl8pPr indent="-412750" lvl="7" marL="3657600">
              <a:spcBef>
                <a:spcPts val="3300"/>
              </a:spcBef>
              <a:spcAft>
                <a:spcPts val="0"/>
              </a:spcAft>
              <a:buSzPts val="2900"/>
              <a:buChar char="○"/>
              <a:defRPr/>
            </a:lvl8pPr>
            <a:lvl9pPr indent="-412750" lvl="8" marL="4114800">
              <a:spcBef>
                <a:spcPts val="3300"/>
              </a:spcBef>
              <a:spcAft>
                <a:spcPts val="3300"/>
              </a:spcAft>
              <a:buSzPts val="29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16944916" y="10362704"/>
            <a:ext cx="1097400" cy="874800"/>
          </a:xfrm>
          <a:prstGeom prst="rect">
            <a:avLst/>
          </a:prstGeom>
        </p:spPr>
        <p:txBody>
          <a:bodyPr anchorCtr="0" anchor="ctr" bIns="189625" lIns="189625" spcFirstLastPara="1" rIns="189625" wrap="square" tIns="1896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623400" y="988944"/>
            <a:ext cx="17041200" cy="1272600"/>
          </a:xfrm>
          <a:prstGeom prst="rect">
            <a:avLst/>
          </a:prstGeom>
        </p:spPr>
        <p:txBody>
          <a:bodyPr anchorCtr="0" anchor="t" bIns="189625" lIns="189625" spcFirstLastPara="1" rIns="189625" wrap="square" tIns="1896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623400" y="2561056"/>
            <a:ext cx="7999800" cy="7592100"/>
          </a:xfrm>
          <a:prstGeom prst="rect">
            <a:avLst/>
          </a:prstGeom>
        </p:spPr>
        <p:txBody>
          <a:bodyPr anchorCtr="0" anchor="t" bIns="189625" lIns="189625" spcFirstLastPara="1" rIns="189625" wrap="square" tIns="189625">
            <a:noAutofit/>
          </a:bodyPr>
          <a:lstStyle>
            <a:lvl1pPr indent="-412750" lvl="0" marL="457200">
              <a:spcBef>
                <a:spcPts val="0"/>
              </a:spcBef>
              <a:spcAft>
                <a:spcPts val="0"/>
              </a:spcAft>
              <a:buSzPts val="2900"/>
              <a:buChar char="●"/>
              <a:defRPr sz="2900"/>
            </a:lvl1pPr>
            <a:lvl2pPr indent="-387350" lvl="1" marL="914400">
              <a:spcBef>
                <a:spcPts val="3300"/>
              </a:spcBef>
              <a:spcAft>
                <a:spcPts val="0"/>
              </a:spcAft>
              <a:buSzPts val="2500"/>
              <a:buChar char="○"/>
              <a:defRPr sz="2500"/>
            </a:lvl2pPr>
            <a:lvl3pPr indent="-387350" lvl="2" marL="1371600">
              <a:spcBef>
                <a:spcPts val="3300"/>
              </a:spcBef>
              <a:spcAft>
                <a:spcPts val="0"/>
              </a:spcAft>
              <a:buSzPts val="2500"/>
              <a:buChar char="■"/>
              <a:defRPr sz="2500"/>
            </a:lvl3pPr>
            <a:lvl4pPr indent="-387350" lvl="3" marL="1828800">
              <a:spcBef>
                <a:spcPts val="3300"/>
              </a:spcBef>
              <a:spcAft>
                <a:spcPts val="0"/>
              </a:spcAft>
              <a:buSzPts val="2500"/>
              <a:buChar char="●"/>
              <a:defRPr sz="2500"/>
            </a:lvl4pPr>
            <a:lvl5pPr indent="-387350" lvl="4" marL="2286000">
              <a:spcBef>
                <a:spcPts val="3300"/>
              </a:spcBef>
              <a:spcAft>
                <a:spcPts val="0"/>
              </a:spcAft>
              <a:buSzPts val="2500"/>
              <a:buChar char="○"/>
              <a:defRPr sz="2500"/>
            </a:lvl5pPr>
            <a:lvl6pPr indent="-387350" lvl="5" marL="2743200">
              <a:spcBef>
                <a:spcPts val="3300"/>
              </a:spcBef>
              <a:spcAft>
                <a:spcPts val="0"/>
              </a:spcAft>
              <a:buSzPts val="2500"/>
              <a:buChar char="■"/>
              <a:defRPr sz="2500"/>
            </a:lvl6pPr>
            <a:lvl7pPr indent="-387350" lvl="6" marL="3200400">
              <a:spcBef>
                <a:spcPts val="3300"/>
              </a:spcBef>
              <a:spcAft>
                <a:spcPts val="0"/>
              </a:spcAft>
              <a:buSzPts val="2500"/>
              <a:buChar char="●"/>
              <a:defRPr sz="2500"/>
            </a:lvl7pPr>
            <a:lvl8pPr indent="-387350" lvl="7" marL="3657600">
              <a:spcBef>
                <a:spcPts val="3300"/>
              </a:spcBef>
              <a:spcAft>
                <a:spcPts val="0"/>
              </a:spcAft>
              <a:buSzPts val="2500"/>
              <a:buChar char="○"/>
              <a:defRPr sz="2500"/>
            </a:lvl8pPr>
            <a:lvl9pPr indent="-387350" lvl="8" marL="4114800">
              <a:spcBef>
                <a:spcPts val="3300"/>
              </a:spcBef>
              <a:spcAft>
                <a:spcPts val="3300"/>
              </a:spcAft>
              <a:buSzPts val="2500"/>
              <a:buChar char="■"/>
              <a:defRPr sz="25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9664800" y="2561056"/>
            <a:ext cx="7999800" cy="7592100"/>
          </a:xfrm>
          <a:prstGeom prst="rect">
            <a:avLst/>
          </a:prstGeom>
        </p:spPr>
        <p:txBody>
          <a:bodyPr anchorCtr="0" anchor="t" bIns="189625" lIns="189625" spcFirstLastPara="1" rIns="189625" wrap="square" tIns="189625">
            <a:noAutofit/>
          </a:bodyPr>
          <a:lstStyle>
            <a:lvl1pPr indent="-412750" lvl="0" marL="457200">
              <a:spcBef>
                <a:spcPts val="0"/>
              </a:spcBef>
              <a:spcAft>
                <a:spcPts val="0"/>
              </a:spcAft>
              <a:buSzPts val="2900"/>
              <a:buChar char="●"/>
              <a:defRPr sz="2900"/>
            </a:lvl1pPr>
            <a:lvl2pPr indent="-387350" lvl="1" marL="914400">
              <a:spcBef>
                <a:spcPts val="3300"/>
              </a:spcBef>
              <a:spcAft>
                <a:spcPts val="0"/>
              </a:spcAft>
              <a:buSzPts val="2500"/>
              <a:buChar char="○"/>
              <a:defRPr sz="2500"/>
            </a:lvl2pPr>
            <a:lvl3pPr indent="-387350" lvl="2" marL="1371600">
              <a:spcBef>
                <a:spcPts val="3300"/>
              </a:spcBef>
              <a:spcAft>
                <a:spcPts val="0"/>
              </a:spcAft>
              <a:buSzPts val="2500"/>
              <a:buChar char="■"/>
              <a:defRPr sz="2500"/>
            </a:lvl3pPr>
            <a:lvl4pPr indent="-387350" lvl="3" marL="1828800">
              <a:spcBef>
                <a:spcPts val="3300"/>
              </a:spcBef>
              <a:spcAft>
                <a:spcPts val="0"/>
              </a:spcAft>
              <a:buSzPts val="2500"/>
              <a:buChar char="●"/>
              <a:defRPr sz="2500"/>
            </a:lvl4pPr>
            <a:lvl5pPr indent="-387350" lvl="4" marL="2286000">
              <a:spcBef>
                <a:spcPts val="3300"/>
              </a:spcBef>
              <a:spcAft>
                <a:spcPts val="0"/>
              </a:spcAft>
              <a:buSzPts val="2500"/>
              <a:buChar char="○"/>
              <a:defRPr sz="2500"/>
            </a:lvl5pPr>
            <a:lvl6pPr indent="-387350" lvl="5" marL="2743200">
              <a:spcBef>
                <a:spcPts val="3300"/>
              </a:spcBef>
              <a:spcAft>
                <a:spcPts val="0"/>
              </a:spcAft>
              <a:buSzPts val="2500"/>
              <a:buChar char="■"/>
              <a:defRPr sz="2500"/>
            </a:lvl6pPr>
            <a:lvl7pPr indent="-387350" lvl="6" marL="3200400">
              <a:spcBef>
                <a:spcPts val="3300"/>
              </a:spcBef>
              <a:spcAft>
                <a:spcPts val="0"/>
              </a:spcAft>
              <a:buSzPts val="2500"/>
              <a:buChar char="●"/>
              <a:defRPr sz="2500"/>
            </a:lvl7pPr>
            <a:lvl8pPr indent="-387350" lvl="7" marL="3657600">
              <a:spcBef>
                <a:spcPts val="3300"/>
              </a:spcBef>
              <a:spcAft>
                <a:spcPts val="0"/>
              </a:spcAft>
              <a:buSzPts val="2500"/>
              <a:buChar char="○"/>
              <a:defRPr sz="2500"/>
            </a:lvl8pPr>
            <a:lvl9pPr indent="-387350" lvl="8" marL="4114800">
              <a:spcBef>
                <a:spcPts val="3300"/>
              </a:spcBef>
              <a:spcAft>
                <a:spcPts val="3300"/>
              </a:spcAft>
              <a:buSzPts val="2500"/>
              <a:buChar char="■"/>
              <a:defRPr sz="25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16944916" y="10362704"/>
            <a:ext cx="1097400" cy="874800"/>
          </a:xfrm>
          <a:prstGeom prst="rect">
            <a:avLst/>
          </a:prstGeom>
        </p:spPr>
        <p:txBody>
          <a:bodyPr anchorCtr="0" anchor="ctr" bIns="189625" lIns="189625" spcFirstLastPara="1" rIns="189625" wrap="square" tIns="1896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623400" y="988944"/>
            <a:ext cx="17041200" cy="1272600"/>
          </a:xfrm>
          <a:prstGeom prst="rect">
            <a:avLst/>
          </a:prstGeom>
        </p:spPr>
        <p:txBody>
          <a:bodyPr anchorCtr="0" anchor="t" bIns="189625" lIns="189625" spcFirstLastPara="1" rIns="189625" wrap="square" tIns="1896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16944916" y="10362704"/>
            <a:ext cx="1097400" cy="874800"/>
          </a:xfrm>
          <a:prstGeom prst="rect">
            <a:avLst/>
          </a:prstGeom>
        </p:spPr>
        <p:txBody>
          <a:bodyPr anchorCtr="0" anchor="ctr" bIns="189625" lIns="189625" spcFirstLastPara="1" rIns="189625" wrap="square" tIns="1896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623400" y="1234667"/>
            <a:ext cx="5616000" cy="1679400"/>
          </a:xfrm>
          <a:prstGeom prst="rect">
            <a:avLst/>
          </a:prstGeom>
        </p:spPr>
        <p:txBody>
          <a:bodyPr anchorCtr="0" anchor="b" bIns="189625" lIns="189625" spcFirstLastPara="1" rIns="189625" wrap="square" tIns="1896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623400" y="3088000"/>
            <a:ext cx="5616000" cy="7065300"/>
          </a:xfrm>
          <a:prstGeom prst="rect">
            <a:avLst/>
          </a:prstGeom>
        </p:spPr>
        <p:txBody>
          <a:bodyPr anchorCtr="0" anchor="t" bIns="189625" lIns="189625" spcFirstLastPara="1" rIns="189625" wrap="square" tIns="189625">
            <a:noAutofit/>
          </a:bodyPr>
          <a:lstStyle>
            <a:lvl1pPr indent="-387350" lvl="0" marL="457200">
              <a:spcBef>
                <a:spcPts val="0"/>
              </a:spcBef>
              <a:spcAft>
                <a:spcPts val="0"/>
              </a:spcAft>
              <a:buSzPts val="2500"/>
              <a:buChar char="●"/>
              <a:defRPr sz="2500"/>
            </a:lvl1pPr>
            <a:lvl2pPr indent="-387350" lvl="1" marL="914400">
              <a:spcBef>
                <a:spcPts val="3300"/>
              </a:spcBef>
              <a:spcAft>
                <a:spcPts val="0"/>
              </a:spcAft>
              <a:buSzPts val="2500"/>
              <a:buChar char="○"/>
              <a:defRPr sz="2500"/>
            </a:lvl2pPr>
            <a:lvl3pPr indent="-387350" lvl="2" marL="1371600">
              <a:spcBef>
                <a:spcPts val="3300"/>
              </a:spcBef>
              <a:spcAft>
                <a:spcPts val="0"/>
              </a:spcAft>
              <a:buSzPts val="2500"/>
              <a:buChar char="■"/>
              <a:defRPr sz="2500"/>
            </a:lvl3pPr>
            <a:lvl4pPr indent="-387350" lvl="3" marL="1828800">
              <a:spcBef>
                <a:spcPts val="3300"/>
              </a:spcBef>
              <a:spcAft>
                <a:spcPts val="0"/>
              </a:spcAft>
              <a:buSzPts val="2500"/>
              <a:buChar char="●"/>
              <a:defRPr sz="2500"/>
            </a:lvl4pPr>
            <a:lvl5pPr indent="-387350" lvl="4" marL="2286000">
              <a:spcBef>
                <a:spcPts val="3300"/>
              </a:spcBef>
              <a:spcAft>
                <a:spcPts val="0"/>
              </a:spcAft>
              <a:buSzPts val="2500"/>
              <a:buChar char="○"/>
              <a:defRPr sz="2500"/>
            </a:lvl5pPr>
            <a:lvl6pPr indent="-387350" lvl="5" marL="2743200">
              <a:spcBef>
                <a:spcPts val="3300"/>
              </a:spcBef>
              <a:spcAft>
                <a:spcPts val="0"/>
              </a:spcAft>
              <a:buSzPts val="2500"/>
              <a:buChar char="■"/>
              <a:defRPr sz="2500"/>
            </a:lvl6pPr>
            <a:lvl7pPr indent="-387350" lvl="6" marL="3200400">
              <a:spcBef>
                <a:spcPts val="3300"/>
              </a:spcBef>
              <a:spcAft>
                <a:spcPts val="0"/>
              </a:spcAft>
              <a:buSzPts val="2500"/>
              <a:buChar char="●"/>
              <a:defRPr sz="2500"/>
            </a:lvl7pPr>
            <a:lvl8pPr indent="-387350" lvl="7" marL="3657600">
              <a:spcBef>
                <a:spcPts val="3300"/>
              </a:spcBef>
              <a:spcAft>
                <a:spcPts val="0"/>
              </a:spcAft>
              <a:buSzPts val="2500"/>
              <a:buChar char="○"/>
              <a:defRPr sz="2500"/>
            </a:lvl8pPr>
            <a:lvl9pPr indent="-387350" lvl="8" marL="4114800">
              <a:spcBef>
                <a:spcPts val="3300"/>
              </a:spcBef>
              <a:spcAft>
                <a:spcPts val="3300"/>
              </a:spcAft>
              <a:buSzPts val="2500"/>
              <a:buChar char="■"/>
              <a:defRPr sz="25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16944916" y="10362704"/>
            <a:ext cx="1097400" cy="874800"/>
          </a:xfrm>
          <a:prstGeom prst="rect">
            <a:avLst/>
          </a:prstGeom>
        </p:spPr>
        <p:txBody>
          <a:bodyPr anchorCtr="0" anchor="ctr" bIns="189625" lIns="189625" spcFirstLastPara="1" rIns="189625" wrap="square" tIns="1896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980500" y="1000333"/>
            <a:ext cx="12735600" cy="9090600"/>
          </a:xfrm>
          <a:prstGeom prst="rect">
            <a:avLst/>
          </a:prstGeom>
        </p:spPr>
        <p:txBody>
          <a:bodyPr anchorCtr="0" anchor="ctr" bIns="189625" lIns="189625" spcFirstLastPara="1" rIns="189625" wrap="square" tIns="1896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1pPr>
            <a:lvl2pPr lvl="1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2pPr>
            <a:lvl3pPr lvl="2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3pPr>
            <a:lvl4pPr lvl="3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4pPr>
            <a:lvl5pPr lvl="4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5pPr>
            <a:lvl6pPr lvl="5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6pPr>
            <a:lvl7pPr lvl="6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7pPr>
            <a:lvl8pPr lvl="7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8pPr>
            <a:lvl9pPr lvl="8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16944916" y="10362704"/>
            <a:ext cx="1097400" cy="874800"/>
          </a:xfrm>
          <a:prstGeom prst="rect">
            <a:avLst/>
          </a:prstGeom>
        </p:spPr>
        <p:txBody>
          <a:bodyPr anchorCtr="0" anchor="ctr" bIns="189625" lIns="189625" spcFirstLastPara="1" rIns="189625" wrap="square" tIns="1896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9144000" y="-278"/>
            <a:ext cx="9144000" cy="1143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89625" lIns="189625" spcFirstLastPara="1" rIns="189625" wrap="square" tIns="189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531000" y="2740389"/>
            <a:ext cx="8090400" cy="3294000"/>
          </a:xfrm>
          <a:prstGeom prst="rect">
            <a:avLst/>
          </a:prstGeom>
        </p:spPr>
        <p:txBody>
          <a:bodyPr anchorCtr="0" anchor="b" bIns="189625" lIns="189625" spcFirstLastPara="1" rIns="189625" wrap="square" tIns="1896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700"/>
              <a:buNone/>
              <a:defRPr sz="8700"/>
            </a:lvl1pPr>
            <a:lvl2pPr lvl="1" algn="ctr">
              <a:spcBef>
                <a:spcPts val="0"/>
              </a:spcBef>
              <a:spcAft>
                <a:spcPts val="0"/>
              </a:spcAft>
              <a:buSzPts val="8700"/>
              <a:buNone/>
              <a:defRPr sz="8700"/>
            </a:lvl2pPr>
            <a:lvl3pPr lvl="2" algn="ctr">
              <a:spcBef>
                <a:spcPts val="0"/>
              </a:spcBef>
              <a:spcAft>
                <a:spcPts val="0"/>
              </a:spcAft>
              <a:buSzPts val="8700"/>
              <a:buNone/>
              <a:defRPr sz="8700"/>
            </a:lvl3pPr>
            <a:lvl4pPr lvl="3" algn="ctr">
              <a:spcBef>
                <a:spcPts val="0"/>
              </a:spcBef>
              <a:spcAft>
                <a:spcPts val="0"/>
              </a:spcAft>
              <a:buSzPts val="8700"/>
              <a:buNone/>
              <a:defRPr sz="8700"/>
            </a:lvl4pPr>
            <a:lvl5pPr lvl="4" algn="ctr">
              <a:spcBef>
                <a:spcPts val="0"/>
              </a:spcBef>
              <a:spcAft>
                <a:spcPts val="0"/>
              </a:spcAft>
              <a:buSzPts val="8700"/>
              <a:buNone/>
              <a:defRPr sz="8700"/>
            </a:lvl5pPr>
            <a:lvl6pPr lvl="5" algn="ctr">
              <a:spcBef>
                <a:spcPts val="0"/>
              </a:spcBef>
              <a:spcAft>
                <a:spcPts val="0"/>
              </a:spcAft>
              <a:buSzPts val="8700"/>
              <a:buNone/>
              <a:defRPr sz="8700"/>
            </a:lvl6pPr>
            <a:lvl7pPr lvl="6" algn="ctr">
              <a:spcBef>
                <a:spcPts val="0"/>
              </a:spcBef>
              <a:spcAft>
                <a:spcPts val="0"/>
              </a:spcAft>
              <a:buSzPts val="8700"/>
              <a:buNone/>
              <a:defRPr sz="8700"/>
            </a:lvl7pPr>
            <a:lvl8pPr lvl="7" algn="ctr">
              <a:spcBef>
                <a:spcPts val="0"/>
              </a:spcBef>
              <a:spcAft>
                <a:spcPts val="0"/>
              </a:spcAft>
              <a:buSzPts val="8700"/>
              <a:buNone/>
              <a:defRPr sz="8700"/>
            </a:lvl8pPr>
            <a:lvl9pPr lvl="8" algn="ctr">
              <a:spcBef>
                <a:spcPts val="0"/>
              </a:spcBef>
              <a:spcAft>
                <a:spcPts val="0"/>
              </a:spcAft>
              <a:buSzPts val="8700"/>
              <a:buNone/>
              <a:defRPr sz="87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531000" y="6229056"/>
            <a:ext cx="8090400" cy="2744700"/>
          </a:xfrm>
          <a:prstGeom prst="rect">
            <a:avLst/>
          </a:prstGeom>
        </p:spPr>
        <p:txBody>
          <a:bodyPr anchorCtr="0" anchor="t" bIns="189625" lIns="189625" spcFirstLastPara="1" rIns="189625" wrap="square" tIns="1896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9879000" y="1609056"/>
            <a:ext cx="7674000" cy="8211300"/>
          </a:xfrm>
          <a:prstGeom prst="rect">
            <a:avLst/>
          </a:prstGeom>
        </p:spPr>
        <p:txBody>
          <a:bodyPr anchorCtr="0" anchor="ctr" bIns="189625" lIns="189625" spcFirstLastPara="1" rIns="189625" wrap="square" tIns="189625">
            <a:noAutofit/>
          </a:bodyPr>
          <a:lstStyle>
            <a:lvl1pPr indent="-463550" lvl="0" marL="457200">
              <a:spcBef>
                <a:spcPts val="0"/>
              </a:spcBef>
              <a:spcAft>
                <a:spcPts val="0"/>
              </a:spcAft>
              <a:buSzPts val="3700"/>
              <a:buChar char="●"/>
              <a:defRPr/>
            </a:lvl1pPr>
            <a:lvl2pPr indent="-412750" lvl="1" marL="914400">
              <a:spcBef>
                <a:spcPts val="3300"/>
              </a:spcBef>
              <a:spcAft>
                <a:spcPts val="0"/>
              </a:spcAft>
              <a:buSzPts val="2900"/>
              <a:buChar char="○"/>
              <a:defRPr/>
            </a:lvl2pPr>
            <a:lvl3pPr indent="-412750" lvl="2" marL="1371600">
              <a:spcBef>
                <a:spcPts val="3300"/>
              </a:spcBef>
              <a:spcAft>
                <a:spcPts val="0"/>
              </a:spcAft>
              <a:buSzPts val="2900"/>
              <a:buChar char="■"/>
              <a:defRPr/>
            </a:lvl3pPr>
            <a:lvl4pPr indent="-412750" lvl="3" marL="1828800">
              <a:spcBef>
                <a:spcPts val="3300"/>
              </a:spcBef>
              <a:spcAft>
                <a:spcPts val="0"/>
              </a:spcAft>
              <a:buSzPts val="2900"/>
              <a:buChar char="●"/>
              <a:defRPr/>
            </a:lvl4pPr>
            <a:lvl5pPr indent="-412750" lvl="4" marL="2286000">
              <a:spcBef>
                <a:spcPts val="3300"/>
              </a:spcBef>
              <a:spcAft>
                <a:spcPts val="0"/>
              </a:spcAft>
              <a:buSzPts val="2900"/>
              <a:buChar char="○"/>
              <a:defRPr/>
            </a:lvl5pPr>
            <a:lvl6pPr indent="-412750" lvl="5" marL="2743200">
              <a:spcBef>
                <a:spcPts val="3300"/>
              </a:spcBef>
              <a:spcAft>
                <a:spcPts val="0"/>
              </a:spcAft>
              <a:buSzPts val="2900"/>
              <a:buChar char="■"/>
              <a:defRPr/>
            </a:lvl6pPr>
            <a:lvl7pPr indent="-412750" lvl="6" marL="3200400">
              <a:spcBef>
                <a:spcPts val="3300"/>
              </a:spcBef>
              <a:spcAft>
                <a:spcPts val="0"/>
              </a:spcAft>
              <a:buSzPts val="2900"/>
              <a:buChar char="●"/>
              <a:defRPr/>
            </a:lvl7pPr>
            <a:lvl8pPr indent="-412750" lvl="7" marL="3657600">
              <a:spcBef>
                <a:spcPts val="3300"/>
              </a:spcBef>
              <a:spcAft>
                <a:spcPts val="0"/>
              </a:spcAft>
              <a:buSzPts val="2900"/>
              <a:buChar char="○"/>
              <a:defRPr/>
            </a:lvl8pPr>
            <a:lvl9pPr indent="-412750" lvl="8" marL="4114800">
              <a:spcBef>
                <a:spcPts val="3300"/>
              </a:spcBef>
              <a:spcAft>
                <a:spcPts val="3300"/>
              </a:spcAft>
              <a:buSzPts val="29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16944916" y="10362704"/>
            <a:ext cx="1097400" cy="874800"/>
          </a:xfrm>
          <a:prstGeom prst="rect">
            <a:avLst/>
          </a:prstGeom>
        </p:spPr>
        <p:txBody>
          <a:bodyPr anchorCtr="0" anchor="ctr" bIns="189625" lIns="189625" spcFirstLastPara="1" rIns="189625" wrap="square" tIns="1896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623400" y="9401278"/>
            <a:ext cx="11997600" cy="1344600"/>
          </a:xfrm>
          <a:prstGeom prst="rect">
            <a:avLst/>
          </a:prstGeom>
        </p:spPr>
        <p:txBody>
          <a:bodyPr anchorCtr="0" anchor="ctr" bIns="189625" lIns="189625" spcFirstLastPara="1" rIns="189625" wrap="square" tIns="1896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16944916" y="10362704"/>
            <a:ext cx="1097400" cy="874800"/>
          </a:xfrm>
          <a:prstGeom prst="rect">
            <a:avLst/>
          </a:prstGeom>
        </p:spPr>
        <p:txBody>
          <a:bodyPr anchorCtr="0" anchor="ctr" bIns="189625" lIns="189625" spcFirstLastPara="1" rIns="189625" wrap="square" tIns="1896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623400" y="2458056"/>
            <a:ext cx="17041200" cy="4363200"/>
          </a:xfrm>
          <a:prstGeom prst="rect">
            <a:avLst/>
          </a:prstGeom>
        </p:spPr>
        <p:txBody>
          <a:bodyPr anchorCtr="0" anchor="b" bIns="189625" lIns="189625" spcFirstLastPara="1" rIns="189625" wrap="square" tIns="1896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900"/>
              <a:buNone/>
              <a:defRPr sz="24900"/>
            </a:lvl1pPr>
            <a:lvl2pPr lvl="1" algn="ctr">
              <a:spcBef>
                <a:spcPts val="0"/>
              </a:spcBef>
              <a:spcAft>
                <a:spcPts val="0"/>
              </a:spcAft>
              <a:buSzPts val="24900"/>
              <a:buNone/>
              <a:defRPr sz="249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900"/>
              <a:buNone/>
              <a:defRPr sz="249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900"/>
              <a:buNone/>
              <a:defRPr sz="249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900"/>
              <a:buNone/>
              <a:defRPr sz="249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900"/>
              <a:buNone/>
              <a:defRPr sz="249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900"/>
              <a:buNone/>
              <a:defRPr sz="249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900"/>
              <a:buNone/>
              <a:defRPr sz="249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900"/>
              <a:buNone/>
              <a:defRPr sz="249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623400" y="7004944"/>
            <a:ext cx="17041200" cy="2890800"/>
          </a:xfrm>
          <a:prstGeom prst="rect">
            <a:avLst/>
          </a:prstGeom>
        </p:spPr>
        <p:txBody>
          <a:bodyPr anchorCtr="0" anchor="t" bIns="189625" lIns="189625" spcFirstLastPara="1" rIns="189625" wrap="square" tIns="189625">
            <a:noAutofit/>
          </a:bodyPr>
          <a:lstStyle>
            <a:lvl1pPr indent="-463550" lvl="0" marL="457200" algn="ctr">
              <a:spcBef>
                <a:spcPts val="0"/>
              </a:spcBef>
              <a:spcAft>
                <a:spcPts val="0"/>
              </a:spcAft>
              <a:buSzPts val="3700"/>
              <a:buChar char="●"/>
              <a:defRPr/>
            </a:lvl1pPr>
            <a:lvl2pPr indent="-412750" lvl="1" marL="914400" algn="ctr">
              <a:spcBef>
                <a:spcPts val="3300"/>
              </a:spcBef>
              <a:spcAft>
                <a:spcPts val="0"/>
              </a:spcAft>
              <a:buSzPts val="2900"/>
              <a:buChar char="○"/>
              <a:defRPr/>
            </a:lvl2pPr>
            <a:lvl3pPr indent="-412750" lvl="2" marL="1371600" algn="ctr">
              <a:spcBef>
                <a:spcPts val="3300"/>
              </a:spcBef>
              <a:spcAft>
                <a:spcPts val="0"/>
              </a:spcAft>
              <a:buSzPts val="2900"/>
              <a:buChar char="■"/>
              <a:defRPr/>
            </a:lvl3pPr>
            <a:lvl4pPr indent="-412750" lvl="3" marL="1828800" algn="ctr">
              <a:spcBef>
                <a:spcPts val="3300"/>
              </a:spcBef>
              <a:spcAft>
                <a:spcPts val="0"/>
              </a:spcAft>
              <a:buSzPts val="2900"/>
              <a:buChar char="●"/>
              <a:defRPr/>
            </a:lvl4pPr>
            <a:lvl5pPr indent="-412750" lvl="4" marL="2286000" algn="ctr">
              <a:spcBef>
                <a:spcPts val="3300"/>
              </a:spcBef>
              <a:spcAft>
                <a:spcPts val="0"/>
              </a:spcAft>
              <a:buSzPts val="2900"/>
              <a:buChar char="○"/>
              <a:defRPr/>
            </a:lvl5pPr>
            <a:lvl6pPr indent="-412750" lvl="5" marL="2743200" algn="ctr">
              <a:spcBef>
                <a:spcPts val="3300"/>
              </a:spcBef>
              <a:spcAft>
                <a:spcPts val="0"/>
              </a:spcAft>
              <a:buSzPts val="2900"/>
              <a:buChar char="■"/>
              <a:defRPr/>
            </a:lvl6pPr>
            <a:lvl7pPr indent="-412750" lvl="6" marL="3200400" algn="ctr">
              <a:spcBef>
                <a:spcPts val="3300"/>
              </a:spcBef>
              <a:spcAft>
                <a:spcPts val="0"/>
              </a:spcAft>
              <a:buSzPts val="2900"/>
              <a:buChar char="●"/>
              <a:defRPr/>
            </a:lvl7pPr>
            <a:lvl8pPr indent="-412750" lvl="7" marL="3657600" algn="ctr">
              <a:spcBef>
                <a:spcPts val="3300"/>
              </a:spcBef>
              <a:spcAft>
                <a:spcPts val="0"/>
              </a:spcAft>
              <a:buSzPts val="2900"/>
              <a:buChar char="○"/>
              <a:defRPr/>
            </a:lvl8pPr>
            <a:lvl9pPr indent="-412750" lvl="8" marL="4114800" algn="ctr">
              <a:spcBef>
                <a:spcPts val="3300"/>
              </a:spcBef>
              <a:spcAft>
                <a:spcPts val="3300"/>
              </a:spcAft>
              <a:buSzPts val="29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16944916" y="10362704"/>
            <a:ext cx="1097400" cy="874800"/>
          </a:xfrm>
          <a:prstGeom prst="rect">
            <a:avLst/>
          </a:prstGeom>
        </p:spPr>
        <p:txBody>
          <a:bodyPr anchorCtr="0" anchor="ctr" bIns="189625" lIns="189625" spcFirstLastPara="1" rIns="189625" wrap="square" tIns="1896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16944916" y="10362704"/>
            <a:ext cx="1097400" cy="874800"/>
          </a:xfrm>
          <a:prstGeom prst="rect">
            <a:avLst/>
          </a:prstGeom>
        </p:spPr>
        <p:txBody>
          <a:bodyPr anchorCtr="0" anchor="ctr" bIns="189625" lIns="189625" spcFirstLastPara="1" rIns="189625" wrap="square" tIns="1896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623400" y="988944"/>
            <a:ext cx="17041200" cy="1272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9625" lIns="189625" spcFirstLastPara="1" rIns="189625" wrap="square" tIns="1896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800"/>
              <a:buNone/>
              <a:defRPr sz="5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800"/>
              <a:buNone/>
              <a:defRPr sz="5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800"/>
              <a:buNone/>
              <a:defRPr sz="5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800"/>
              <a:buNone/>
              <a:defRPr sz="5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800"/>
              <a:buNone/>
              <a:defRPr sz="5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800"/>
              <a:buNone/>
              <a:defRPr sz="5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800"/>
              <a:buNone/>
              <a:defRPr sz="5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800"/>
              <a:buNone/>
              <a:defRPr sz="5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800"/>
              <a:buNone/>
              <a:defRPr sz="5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623400" y="2561056"/>
            <a:ext cx="17041200" cy="75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189625" lIns="189625" spcFirstLastPara="1" rIns="189625" wrap="square" tIns="189625">
            <a:noAutofit/>
          </a:bodyPr>
          <a:lstStyle>
            <a:lvl1pPr indent="-4635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Char char="●"/>
              <a:defRPr sz="3700">
                <a:solidFill>
                  <a:schemeClr val="dk2"/>
                </a:solidFill>
              </a:defRPr>
            </a:lvl1pPr>
            <a:lvl2pPr indent="-412750" lvl="1" marL="914400">
              <a:lnSpc>
                <a:spcPct val="115000"/>
              </a:lnSpc>
              <a:spcBef>
                <a:spcPts val="3300"/>
              </a:spcBef>
              <a:spcAft>
                <a:spcPts val="0"/>
              </a:spcAft>
              <a:buClr>
                <a:schemeClr val="dk2"/>
              </a:buClr>
              <a:buSzPts val="2900"/>
              <a:buChar char="○"/>
              <a:defRPr sz="2900">
                <a:solidFill>
                  <a:schemeClr val="dk2"/>
                </a:solidFill>
              </a:defRPr>
            </a:lvl2pPr>
            <a:lvl3pPr indent="-412750" lvl="2" marL="1371600">
              <a:lnSpc>
                <a:spcPct val="115000"/>
              </a:lnSpc>
              <a:spcBef>
                <a:spcPts val="3300"/>
              </a:spcBef>
              <a:spcAft>
                <a:spcPts val="0"/>
              </a:spcAft>
              <a:buClr>
                <a:schemeClr val="dk2"/>
              </a:buClr>
              <a:buSzPts val="2900"/>
              <a:buChar char="■"/>
              <a:defRPr sz="2900">
                <a:solidFill>
                  <a:schemeClr val="dk2"/>
                </a:solidFill>
              </a:defRPr>
            </a:lvl3pPr>
            <a:lvl4pPr indent="-412750" lvl="3" marL="1828800">
              <a:lnSpc>
                <a:spcPct val="115000"/>
              </a:lnSpc>
              <a:spcBef>
                <a:spcPts val="3300"/>
              </a:spcBef>
              <a:spcAft>
                <a:spcPts val="0"/>
              </a:spcAft>
              <a:buClr>
                <a:schemeClr val="dk2"/>
              </a:buClr>
              <a:buSzPts val="2900"/>
              <a:buChar char="●"/>
              <a:defRPr sz="2900">
                <a:solidFill>
                  <a:schemeClr val="dk2"/>
                </a:solidFill>
              </a:defRPr>
            </a:lvl4pPr>
            <a:lvl5pPr indent="-412750" lvl="4" marL="2286000">
              <a:lnSpc>
                <a:spcPct val="115000"/>
              </a:lnSpc>
              <a:spcBef>
                <a:spcPts val="3300"/>
              </a:spcBef>
              <a:spcAft>
                <a:spcPts val="0"/>
              </a:spcAft>
              <a:buClr>
                <a:schemeClr val="dk2"/>
              </a:buClr>
              <a:buSzPts val="2900"/>
              <a:buChar char="○"/>
              <a:defRPr sz="2900">
                <a:solidFill>
                  <a:schemeClr val="dk2"/>
                </a:solidFill>
              </a:defRPr>
            </a:lvl5pPr>
            <a:lvl6pPr indent="-412750" lvl="5" marL="2743200">
              <a:lnSpc>
                <a:spcPct val="115000"/>
              </a:lnSpc>
              <a:spcBef>
                <a:spcPts val="3300"/>
              </a:spcBef>
              <a:spcAft>
                <a:spcPts val="0"/>
              </a:spcAft>
              <a:buClr>
                <a:schemeClr val="dk2"/>
              </a:buClr>
              <a:buSzPts val="2900"/>
              <a:buChar char="■"/>
              <a:defRPr sz="2900">
                <a:solidFill>
                  <a:schemeClr val="dk2"/>
                </a:solidFill>
              </a:defRPr>
            </a:lvl6pPr>
            <a:lvl7pPr indent="-412750" lvl="6" marL="3200400">
              <a:lnSpc>
                <a:spcPct val="115000"/>
              </a:lnSpc>
              <a:spcBef>
                <a:spcPts val="3300"/>
              </a:spcBef>
              <a:spcAft>
                <a:spcPts val="0"/>
              </a:spcAft>
              <a:buClr>
                <a:schemeClr val="dk2"/>
              </a:buClr>
              <a:buSzPts val="2900"/>
              <a:buChar char="●"/>
              <a:defRPr sz="2900">
                <a:solidFill>
                  <a:schemeClr val="dk2"/>
                </a:solidFill>
              </a:defRPr>
            </a:lvl7pPr>
            <a:lvl8pPr indent="-412750" lvl="7" marL="3657600">
              <a:lnSpc>
                <a:spcPct val="115000"/>
              </a:lnSpc>
              <a:spcBef>
                <a:spcPts val="3300"/>
              </a:spcBef>
              <a:spcAft>
                <a:spcPts val="0"/>
              </a:spcAft>
              <a:buClr>
                <a:schemeClr val="dk2"/>
              </a:buClr>
              <a:buSzPts val="2900"/>
              <a:buChar char="○"/>
              <a:defRPr sz="2900">
                <a:solidFill>
                  <a:schemeClr val="dk2"/>
                </a:solidFill>
              </a:defRPr>
            </a:lvl8pPr>
            <a:lvl9pPr indent="-412750" lvl="8" marL="4114800">
              <a:lnSpc>
                <a:spcPct val="115000"/>
              </a:lnSpc>
              <a:spcBef>
                <a:spcPts val="3300"/>
              </a:spcBef>
              <a:spcAft>
                <a:spcPts val="3300"/>
              </a:spcAft>
              <a:buClr>
                <a:schemeClr val="dk2"/>
              </a:buClr>
              <a:buSzPts val="2900"/>
              <a:buChar char="■"/>
              <a:defRPr sz="29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16944916" y="10362704"/>
            <a:ext cx="1097400" cy="87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9625" lIns="189625" spcFirstLastPara="1" rIns="189625" wrap="square" tIns="189625">
            <a:noAutofit/>
          </a:bodyPr>
          <a:lstStyle>
            <a:lvl1pPr lvl="0" algn="r">
              <a:buNone/>
              <a:defRPr sz="2100">
                <a:solidFill>
                  <a:schemeClr val="dk2"/>
                </a:solidFill>
              </a:defRPr>
            </a:lvl1pPr>
            <a:lvl2pPr lvl="1" algn="r">
              <a:buNone/>
              <a:defRPr sz="2100">
                <a:solidFill>
                  <a:schemeClr val="dk2"/>
                </a:solidFill>
              </a:defRPr>
            </a:lvl2pPr>
            <a:lvl3pPr lvl="2" algn="r">
              <a:buNone/>
              <a:defRPr sz="2100">
                <a:solidFill>
                  <a:schemeClr val="dk2"/>
                </a:solidFill>
              </a:defRPr>
            </a:lvl3pPr>
            <a:lvl4pPr lvl="3" algn="r">
              <a:buNone/>
              <a:defRPr sz="2100">
                <a:solidFill>
                  <a:schemeClr val="dk2"/>
                </a:solidFill>
              </a:defRPr>
            </a:lvl4pPr>
            <a:lvl5pPr lvl="4" algn="r">
              <a:buNone/>
              <a:defRPr sz="2100">
                <a:solidFill>
                  <a:schemeClr val="dk2"/>
                </a:solidFill>
              </a:defRPr>
            </a:lvl5pPr>
            <a:lvl6pPr lvl="5" algn="r">
              <a:buNone/>
              <a:defRPr sz="2100">
                <a:solidFill>
                  <a:schemeClr val="dk2"/>
                </a:solidFill>
              </a:defRPr>
            </a:lvl6pPr>
            <a:lvl7pPr lvl="6" algn="r">
              <a:buNone/>
              <a:defRPr sz="2100">
                <a:solidFill>
                  <a:schemeClr val="dk2"/>
                </a:solidFill>
              </a:defRPr>
            </a:lvl7pPr>
            <a:lvl8pPr lvl="7" algn="r">
              <a:buNone/>
              <a:defRPr sz="2100">
                <a:solidFill>
                  <a:schemeClr val="dk2"/>
                </a:solidFill>
              </a:defRPr>
            </a:lvl8pPr>
            <a:lvl9pPr lvl="8" algn="r">
              <a:buNone/>
              <a:defRPr sz="21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1" Type="http://schemas.openxmlformats.org/officeDocument/2006/relationships/image" Target="../media/image10.png"/><Relationship Id="rId10" Type="http://schemas.openxmlformats.org/officeDocument/2006/relationships/image" Target="../media/image6.png"/><Relationship Id="rId13" Type="http://schemas.openxmlformats.org/officeDocument/2006/relationships/image" Target="../media/image9.png"/><Relationship Id="rId1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jpg"/><Relationship Id="rId4" Type="http://schemas.openxmlformats.org/officeDocument/2006/relationships/image" Target="../media/image8.png"/><Relationship Id="rId9" Type="http://schemas.openxmlformats.org/officeDocument/2006/relationships/image" Target="../media/image4.png"/><Relationship Id="rId5" Type="http://schemas.openxmlformats.org/officeDocument/2006/relationships/image" Target="../media/image2.png"/><Relationship Id="rId6" Type="http://schemas.openxmlformats.org/officeDocument/2006/relationships/image" Target="../media/image7.png"/><Relationship Id="rId7" Type="http://schemas.openxmlformats.org/officeDocument/2006/relationships/image" Target="../media/image1.png"/><Relationship Id="rId8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5100" y="54695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76150" y="1232325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16600" y="106915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38950" y="95705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1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7524175" y="7885225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1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197625" y="5847825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13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332050" y="5847825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13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7417550" y="25146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13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4699275" y="46748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13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5610275" y="50292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13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369125" y="101310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14250" y="1822875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14250" y="2413425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76150" y="4020325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5100" y="100415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5100" y="146135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70725" y="52578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6600" y="26344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8950" y="365458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6150" y="3197375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70725" y="6291475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915400" y="548638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8950" y="467478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67300" y="659626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13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369125" y="101310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16600" y="10734325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1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9125" y="10734325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 rot="10800000">
            <a:off x="6562775" y="437725"/>
            <a:ext cx="434700" cy="434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